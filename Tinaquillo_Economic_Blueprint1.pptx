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s-VE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B6DF4-04DD-408A-ABCB-06DAED1A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199F18-584C-4FCD-A5D1-7939A6F1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EAF03-3F1B-4ADC-B23A-37E28354AA5F}" type="datetimeFigureOut">
              <a:rPr lang="es-VE" smtClean="0"/>
              <a:t>24/9/2026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57E353-3C55-4EB4-8288-847566FC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4B4E2A-E2F0-41BA-999D-4BC6B20C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3E6E-BA00-44A6-BFC1-89A9DF7D1B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5504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2B8FB9-4396-4EB1-8B71-29AC33BD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F1D5F7-76E2-4538-B526-26D04127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D8ED83-A426-4EEB-9957-366485304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EAF03-3F1B-4ADC-B23A-37E28354AA5F}" type="datetimeFigureOut">
              <a:rPr lang="es-VE" smtClean="0"/>
              <a:t>24/9/2026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0106DC-8DC5-4834-A1C4-B64356F72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B92B47-A67F-4EE1-936A-50FD41DD3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3E6E-BA00-44A6-BFC1-89A9DF7D1B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0217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BEFBC99E-7199-43BE-BF90-ED349FBE4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1B44F5-B588-4FAD-9DF8-BC34791B4C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3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DA959AC-D054-4F26-8F19-B4A16062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67B31D-12AD-4082-9670-B621C67621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F7C2B1B-6A4A-453A-9C5A-5AD81A88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ADA77D-D15E-4297-97E9-463090D86F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30A779AC-95BC-45C1-8EC8-DCEF175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9231B9-EF36-4225-8EEB-D077DAB3E9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3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B311716-A8DA-4220-BE2D-D9131887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72B806-32E8-4E12-ACA3-E32753260E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0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4498453-6CA7-4ED4-8F1C-57F9C65E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B50F34D-13BD-4DC6-858A-C75DF4AB59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3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AAC4EF43-5ED9-4D6F-A593-006854EF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E6A0B9-236E-437F-819B-D464837291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6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91D0AD0-450C-47D2-A6A2-38FB3723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96F058-A174-4513-B46E-D77889E09C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8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1036F932-910F-4FFA-A41B-8061595E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083958-34B0-4C47-9371-5F5DFD78FC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5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1A1F9C8-A555-4037-9035-FACB175D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B7E75FB-DFEA-4C66-A909-2894D0A283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57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FE48C495-F1D7-4D0F-A761-6AED7222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DB2A33-6BA5-4915-8BA9-9B850C6B94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8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6A59D33A-7C50-4D9B-8F1B-39C1F326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570620-C935-4B1E-82A1-8F1AEA27ED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0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2122358F-3F69-435A-8C3F-22472B30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2D647D-5687-4374-B2B0-5C8394FE34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35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106FE92-37DC-48A5-B53F-E5AB44AD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B0EF58-E5A2-4C3B-9B74-C4D6A06A8E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35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Polsystem</dc:creator>
  <cp:lastModifiedBy>Polsystem</cp:lastModifiedBy>
  <cp:revision>1</cp:revision>
  <dcterms:created xsi:type="dcterms:W3CDTF">2026-09-24T13:15:38Z</dcterms:created>
  <dcterms:modified xsi:type="dcterms:W3CDTF">2026-09-24T13:15:38Z</dcterms:modified>
</cp:coreProperties>
</file>